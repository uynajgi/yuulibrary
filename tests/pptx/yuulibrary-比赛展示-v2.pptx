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一人公司效率 Agent · 参赛作品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yuulibrary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个人知识管理效率系统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自动入库 · 无向量 AI 问答 · 静态站点全自动构建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2743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自动化入库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4663440"/>
            <a:ext cx="2743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智能检索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4663440"/>
            <a:ext cx="2743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站点功能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github.com/UynajGI/yuulibrary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   uynajgi.github.io/yuulibrary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系统全景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三个模块，覆盖知识从入库到复用全链路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25780" y="1417320"/>
            <a:ext cx="352044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5780" y="1417320"/>
            <a:ext cx="352044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自动化入库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Skills + Agent 工作流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0100" y="2560320"/>
            <a:ext cx="2971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" y="26974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个入库 Skill（书/论文/综述/笔记）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PDF→提取→清洗→翻译→结构化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个 Agent（质检/重构/数学推导）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个 CI 质量门自动校验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0540" y="1417320"/>
            <a:ext cx="352044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0540" y="1417320"/>
            <a:ext cx="352044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9486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智能检索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9486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无向量 RAG 引擎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94860" y="2560320"/>
            <a:ext cx="2971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4860" y="26974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 chunk 倒排索引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BM25F + 多路召回 + RRF 融合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多信号 confidence 校准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浏览器端 BYOK AI 问答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5300" y="1417320"/>
            <a:ext cx="352044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15300" y="1417320"/>
            <a:ext cx="352044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838962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站点功能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962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Hugo 静态站点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89620" y="2560320"/>
            <a:ext cx="2971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9620" y="26974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书架/论文架/统计仪表盘自动生成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三态主题切换（日/夜/自动）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Staticrypt 站点加密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KaTeX 数学 + 手绘图 + 算法块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715000"/>
            <a:ext cx="11064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8064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82 篇文档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已入库  ·  </a:t>
            </a:r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7984 节点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结构化  ·  </a:t>
            </a:r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42822 chunk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全文索引  ·  </a:t>
            </a:r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项 CI 检查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全自动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入库流水线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PDF 扔进去，结构化中文笔记出来——全程脚本驱动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86384" y="1508760"/>
            <a:ext cx="162763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50876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PDF/EPUB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95728" y="15087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78608" y="1508760"/>
            <a:ext cx="162763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578608" y="150876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MinerU 提取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87952" y="15087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70832" y="1508760"/>
            <a:ext cx="162763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150876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清洗+翻译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0176" y="15087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63056" y="1508760"/>
            <a:ext cx="162763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150876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15087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55280" y="1508760"/>
            <a:ext cx="162763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150876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质量校验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64624" y="15087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747504" y="1508760"/>
            <a:ext cx="162763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747504" y="150876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入库发布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377440"/>
            <a:ext cx="5486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377440"/>
            <a:ext cx="73152" cy="3749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Skills 与 Agent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add-book-to-library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4612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个脚本：提取/清洗/翻译/交叉引用/定理格式化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add-paper-to-library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 7 栏目结构化分析 + cross-link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add-papers-to-review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46120" y="3977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多篇论文综述生成（跨论文分析）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add-note-to-library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46120" y="4480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笔记蒸馏：思维框架/决策启发式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4983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spot-check Agent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4983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随机抽 2 章，18 点清单 AI 质检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" y="5486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narrative-restructurer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46120" y="5486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章节脉络重构（推导链追踪）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2377440"/>
            <a:ext cx="53035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09360" y="2377440"/>
            <a:ext cx="73152" cy="3749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 质量门（lefthook + GitHub Actions）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37960" y="3017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1228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prettier / eslint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1228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代码格式 + 语法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3796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1228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markdownlint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12280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Markdown 规范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37960" y="4023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1228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hugo-build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12280" y="4251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构建不报错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3796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1228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html-check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12280" y="4754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产物完整性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006840" y="3017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28116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book-validate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28116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 项机械验证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00684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28116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latex-render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281160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公式可渲染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006840" y="4023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28116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translate-test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281160" y="4251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翻译回归（34 用例）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00684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28116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pageindex-build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281160" y="4754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索引增量构建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智能检索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不用向量库，检索照样准——而且更省、更透明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vs. 传统向量 RAG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维度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向量 RAG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yuulibrary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运行时检索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向量 API 调用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浏览器本地计算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部署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向量数据库+后端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纯静态文件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可解释性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黑盒相似度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倒排表 + BM25F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用户 Key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托管在服务端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BYOK 不经服务端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fork 难度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配置复杂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clone 即用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核心实现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0" y="187452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951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 chunk 倒排索引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951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 字摘要外的深处内容也可搜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283464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9516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多路召回 + RRF 融合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9516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标题/BM25/TOC 三路，解主题消歧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0" y="379476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951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多信号 confidence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951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无答案检测 7/7 正确，不硬答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83680" y="475488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9516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稳定引用 ID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9516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多轮检索引用编号不错位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检索流程：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 → 倒排索引召回 → BM25F 打分 → RRF 多路融合 → 词法重排 → MMR 去冗余 → LLM 带引用回答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实证 &amp;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不只是能跑，是经过量化评测的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0.86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 Recall@10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148 题 golden benchmark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7/7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56616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无答案检测准确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不硬答没收录的内容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82篇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30936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已入库文档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书/论文/笔记/综述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05256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15项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05256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 自动质检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256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提交即校验，无需人工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840480"/>
            <a:ext cx="1051560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 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3891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打开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uynajgi.github.io/yuulibrary</a:t>
            </a:r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右下角 AI 问答按钮，填自己的 API Key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提问，如「Kubo 公式的证明」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④ 顶部切换日/夜主题，浏览书架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0" y="4023360"/>
            <a:ext cx="3931920" cy="2194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个人/小团队知识库
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术语明确的专业领域
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研究综述批量生成
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低成本静态部署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使用披露：ZCode (GLM-5.2) 辅助编码 · DeepSeek 生成摘要/翻译 · 内容经人工审核 · MIT 开源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yuulibrary — 个人知识管理效率系统</dc:title>
  <dc:subject>PptxGenJS Presentation</dc:subject>
  <dc:creator>UynajGI</dc:creator>
  <cp:lastModifiedBy>UynajGI</cp:lastModifiedBy>
  <cp:revision>1</cp:revision>
  <dcterms:created xsi:type="dcterms:W3CDTF">2026-07-16T10:29:42Z</dcterms:created>
  <dcterms:modified xsi:type="dcterms:W3CDTF">2026-07-16T10:29:42Z</dcterms:modified>
</cp:coreProperties>
</file>