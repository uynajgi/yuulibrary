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一人公司效率 Agent · 参赛作品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yuulibrary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无向量个人知识图书馆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自动入库 · 浏览器端 AI 问答 · 静态部署零成本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github.com/UynajGI/yuulibrary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uynajgi.github.io/yuulibrary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个人知识管理，正在浪费时间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4747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54864" cy="2560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堆积如山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下载的书、论文散落各处，文件名混乱，找一篇要翻半天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4747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554480"/>
            <a:ext cx="54864" cy="2560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读完就忘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2651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没有结构化整理，几个月后等于没读过，知识无法复用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4747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554480"/>
            <a:ext cx="54864" cy="2560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问答要靠记忆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75320" y="2651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想查某个概念在第几页，只能人工翻；跨文档对比几乎不可能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知识工作者 30% 的时间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花在『找资料』而不是『用资料』上——这个缺口，正是效率 Agent 的价值。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 PDF 到可问答的知识库，全自动化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6294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7734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5773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582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自动入库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5820" y="3017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PDF/EPUB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MinerU 提取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脚本清洗翻译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8610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5186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626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3662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347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34740" y="3017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章节树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书/论文/笔记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统一中文整理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7502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4078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5518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1551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236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建索引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23660" y="3017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 chunk 切分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倒排索引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BM25F 加权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6394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29700" y="146304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4410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9441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125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问答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12580" y="30175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浏览器直连 LLM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BYOK 自带 Key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带引用回答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84632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效率闭环：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一次入库 → 永久可问答。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知识不再『读一遍就丢』，而是随时可检索、可对比、可追溯的资产。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技术亮点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不用向量库，检索照样准——而且更省、更透明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vs. 传统向量 RAG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维度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向量 RAG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yuulibrary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索引成本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 embedding API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构建期零 LLM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部署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需向量数据库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纯静态文件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可解释性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黑盒相似度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倒排表 + BM25F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隐私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文档上传云端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BYOK 本地浏览器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fork 难度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配置复杂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clone 即用</a:t>
                      </a:r>
                      <a:endParaRPr lang="en-US" sz="1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核心实现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0" y="187452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951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 chunk 倒排索引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951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字摘要外的深处内容也可搜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0" y="283464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9516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多路召回 + RRF 融合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9516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标题/BM25/TOC 三路，解主题消歧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83680" y="379476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951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多信号 confidence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9951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无答案检测 7/7 正确，不硬答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583680" y="475488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9516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稳定引用 ID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951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多轮检索引用编号不错位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实证 &amp;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不只是能跑，是经过量化评测的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 Recall@10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148 题 golden benchmark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7/7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5661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无答案检测准确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不会对没收录的内容硬答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82篇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3093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已入库文档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书/论文/笔记，含正文检索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5256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0元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0525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索引构建成本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无向量库，零 LLM 调用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1051560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Demo 路径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打开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uynajgi.github.io/yuulibrary</a:t>
            </a:r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右下角点击 AI 问答按钮，填入自己的 LLM API Key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直接提问，如「Kubo 公式的证明」「双精度算术精度损失」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4480560"/>
            <a:ext cx="3657600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4572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49377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个人/小团队知识库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术语明确的专业领域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隐私敏感、不愿上云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低成本静态部署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yuulibrary — 无向量个人知识图书馆</dc:title>
  <dc:subject>PptxGenJS Presentation</dc:subject>
  <dc:creator>UynajGI</dc:creator>
  <cp:lastModifiedBy>UynajGI</cp:lastModifiedBy>
  <cp:revision>1</cp:revision>
  <dcterms:created xsi:type="dcterms:W3CDTF">2026-07-15T17:12:32Z</dcterms:created>
  <dcterms:modified xsi:type="dcterms:W3CDTF">2026-07-15T17:12:32Z</dcterms:modified>
</cp:coreProperties>
</file>